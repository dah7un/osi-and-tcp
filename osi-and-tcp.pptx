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836F1-5570-4876-8766-620652806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A061F2-4564-45E5-8802-35E62C28F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7E25F7-8CB7-42DD-B850-8FD05A87D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831B-7DE4-4D22-989A-C8B9AD93595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E65C35-EF6A-4B62-BC8A-823D75C75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1BDEC8-7B96-4561-B509-85F3F9C4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D1BE-B355-4C33-A2C8-F191D72CF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69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75AF0-2A1C-4D4E-95CD-B5CBDB6A0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782139-48A6-410F-8DBD-D86727F58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630352-A649-415E-B39E-09F29A6E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831B-7DE4-4D22-989A-C8B9AD93595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1D1439-A8BD-4689-8E01-8B5E83A9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044D96-E39C-4411-92E8-3124DEE5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D1BE-B355-4C33-A2C8-F191D72CF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24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91507-5701-4533-9FC0-BA3FB4C52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093BB0-DC5A-48B6-9208-2FB3A9B2B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67EB84-2546-44A6-B8C7-01E8E9896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831B-7DE4-4D22-989A-C8B9AD93595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43A5A-8981-422E-A303-FA97DDE0F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1599FD-AB76-4F46-B45C-1A8C4235A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D1BE-B355-4C33-A2C8-F191D72CF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65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477DB-E6A6-403A-890E-7DADA2CC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66DD77-BEB8-4A76-8F4C-9650C0D8A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8A984C-80F4-431E-AC6F-4A61EA26D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DDA15-2AD6-4A02-ABB3-1583191AE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831B-7DE4-4D22-989A-C8B9AD93595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5660FB-3878-4A28-A968-147E443A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E9DCB6-9A53-4142-ABD6-43EC92D7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D1BE-B355-4C33-A2C8-F191D72CF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638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A224C-26F2-44D9-993A-513B2B288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BFEB77-E23A-4211-8FE7-C6F6DE1CA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762438-C40D-47D8-946B-F7A18ECFD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9F08EC-4DA1-4F52-BA62-2D6C0C1B74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9E2576-14DB-4A1A-B8AD-B623403F5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6FF4997-569D-4C5A-AA0D-487476A1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831B-7DE4-4D22-989A-C8B9AD93595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4D22AD-1FF2-4B2C-AB3C-AD21EC05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097F97-CB86-4C6C-8505-2D708A48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D1BE-B355-4C33-A2C8-F191D72CF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18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41F66-E5C7-44C8-99CB-FF9AB5D7E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B1A641E-D0A8-4695-89E9-4645F8EE0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831B-7DE4-4D22-989A-C8B9AD93595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5D0139-4910-46AD-B7B9-F5E259F3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BB663F-FE99-4F68-AA20-2680F2A6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D1BE-B355-4C33-A2C8-F191D72CF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58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1429E4-994A-43D2-AC71-0E67B3194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831B-7DE4-4D22-989A-C8B9AD93595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DF80CA-0514-4F09-B2D1-46DC045EF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7EFBE2-7B7D-4696-967A-8A719DF76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D1BE-B355-4C33-A2C8-F191D72CF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583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7B28-C5F0-4ACF-9076-00961016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4902C5-89B6-47F9-A27C-D14D651FE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6563E2-43EC-40A4-A445-B322CDA53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F810BE-EFC6-4E0B-A723-642A76088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831B-7DE4-4D22-989A-C8B9AD93595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6BE917-E689-4C78-85D2-8D71FC60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7007FD-5659-4A18-AF2D-0295BD508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D1BE-B355-4C33-A2C8-F191D72CF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016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B4B0D-4768-4BB2-B86F-8DD99AB18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69B0111-09F3-4FA7-8095-261A47A08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1EE2B8-53FD-4B4D-B429-DB4205F30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716B59-A1E3-4DC1-B332-8B58FBC4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831B-7DE4-4D22-989A-C8B9AD93595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2E8998-69AB-4809-9D1F-9894C356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302A61-1EB1-4FBB-BD33-E0880044C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D1BE-B355-4C33-A2C8-F191D72CF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98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B6B439-E4AB-41F8-A7F9-99531F04D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BFBD91-F51C-4C7E-880A-A0670B97B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4E1DD-F928-4053-8396-8C66448A6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831B-7DE4-4D22-989A-C8B9AD93595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D876D0-1544-4A28-8BD4-66B8E17B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934A1-A80E-42E7-82A1-430543F29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D1BE-B355-4C33-A2C8-F191D72CF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246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20967DF-88F0-4F61-8F4F-F6F2CA9EE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3B309A-396B-4D7E-8185-349D0DE2B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88178-70DC-4594-B14B-29B7A7B2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831B-7DE4-4D22-989A-C8B9AD93595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638CF7-F747-4515-871F-1C6CB1C58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A1EF62-E5B2-4F5E-A16F-16164DDE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D1BE-B355-4C33-A2C8-F191D72CF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26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2FEF1F-970B-48C3-A267-FD07D8CC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DB690B-8804-4943-BC11-C7A8340B3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9B2E0-E514-40E1-B8E4-665E30A1B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5831B-7DE4-4D22-989A-C8B9AD93595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53902A-F2CC-4D22-8D13-F6DE98D1D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533C9-CD73-4DB9-B30B-F1F6260DE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FD1BE-B355-4C33-A2C8-F191D72CF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14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BAF846A0-D20E-48FC-9F48-DF1CF1627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838164"/>
              </p:ext>
            </p:extLst>
          </p:nvPr>
        </p:nvGraphicFramePr>
        <p:xfrm>
          <a:off x="0" y="0"/>
          <a:ext cx="12192000" cy="7033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3088037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181861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9574812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80871113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915067281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OSI Model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Layer Number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TCP/IP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Layer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Other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Protocol</a:t>
                      </a:r>
                      <a:endParaRPr lang="ko-KR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58460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rgbClr val="FF0000"/>
                          </a:solidFill>
                        </a:rPr>
                        <a:t>Alligator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Application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rgbClr val="FF0000"/>
                          </a:solidFill>
                        </a:rPr>
                        <a:t>HTTP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SSH, FTP, </a:t>
                      </a:r>
                      <a:r>
                        <a:rPr lang="en-US" altLang="ko-KR" sz="2800" dirty="0" err="1"/>
                        <a:t>Telnel</a:t>
                      </a:r>
                      <a:endParaRPr lang="en-US" altLang="ko-KR" sz="2800" dirty="0"/>
                    </a:p>
                    <a:p>
                      <a:pPr algn="ctr" latinLnBrk="1"/>
                      <a:r>
                        <a:rPr lang="en-US" altLang="ko-KR" sz="2800" dirty="0"/>
                        <a:t>SMTP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POP3</a:t>
                      </a:r>
                      <a:endParaRPr lang="ko-KR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27290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rgbClr val="FF0000"/>
                          </a:solidFill>
                        </a:rPr>
                        <a:t>Pet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Presentation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40312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rgbClr val="FF0000"/>
                          </a:solidFill>
                        </a:rPr>
                        <a:t>Steve’s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Session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71484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rgbClr val="FF0000"/>
                          </a:solidFill>
                        </a:rPr>
                        <a:t>Touch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Transport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rgbClr val="FF0000"/>
                          </a:solidFill>
                        </a:rPr>
                        <a:t>TCP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UDP, SCTP</a:t>
                      </a:r>
                      <a:endParaRPr lang="ko-KR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50608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rgbClr val="FF0000"/>
                          </a:solidFill>
                        </a:rPr>
                        <a:t>Not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Network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rgbClr val="FF0000"/>
                          </a:solidFill>
                        </a:rPr>
                        <a:t>IP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IPv6, ARP</a:t>
                      </a:r>
                      <a:endParaRPr lang="ko-KR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0121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rgbClr val="FF0000"/>
                          </a:solidFill>
                        </a:rPr>
                        <a:t>Do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Data Link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rgbClr val="FF0000"/>
                          </a:solidFill>
                        </a:rPr>
                        <a:t>Ethernet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HDLC</a:t>
                      </a:r>
                    </a:p>
                    <a:p>
                      <a:pPr algn="ctr" latinLnBrk="1"/>
                      <a:r>
                        <a:rPr lang="en-US" altLang="ko-KR" sz="2800" dirty="0"/>
                        <a:t>Frame Relay</a:t>
                      </a:r>
                      <a:endParaRPr lang="ko-KR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56041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solidFill>
                            <a:srgbClr val="FF0000"/>
                          </a:solidFill>
                        </a:rPr>
                        <a:t>Please</a:t>
                      </a:r>
                      <a:endParaRPr lang="ko-KR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Physical</a:t>
                      </a:r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3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843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45</Words>
  <Application>Microsoft Office PowerPoint</Application>
  <PresentationFormat>와이드스크린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정다현</dc:creator>
  <cp:lastModifiedBy>정다현</cp:lastModifiedBy>
  <cp:revision>5</cp:revision>
  <dcterms:created xsi:type="dcterms:W3CDTF">2020-07-12T11:01:26Z</dcterms:created>
  <dcterms:modified xsi:type="dcterms:W3CDTF">2020-07-12T14:52:21Z</dcterms:modified>
</cp:coreProperties>
</file>